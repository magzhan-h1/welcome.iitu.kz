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7" d="100"/>
          <a:sy n="47" d="100"/>
        </p:scale>
        <p:origin x="-1027" y="-10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8" name="Заголовок 7"/>
          <p:cNvSpPr>
            <a:spLocks noGrp="1"/>
          </p:cNvSpPr>
          <p:nvPr>
            <p:ph type="ctrTitle"/>
          </p:nvPr>
        </p:nvSpPr>
        <p:spPr>
          <a:xfrm>
            <a:off x="562707" y="1371600"/>
            <a:ext cx="109728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ru-RU" smtClean="0"/>
              <a:t>Образец заголовка</a:t>
            </a:r>
            <a:endParaRPr kumimoji="0" lang="en-US"/>
          </a:p>
        </p:txBody>
      </p:sp>
      <p:sp>
        <p:nvSpPr>
          <p:cNvPr id="28" name="Дата 27"/>
          <p:cNvSpPr>
            <a:spLocks noGrp="1"/>
          </p:cNvSpPr>
          <p:nvPr>
            <p:ph type="dt" sz="half" idx="10"/>
          </p:nvPr>
        </p:nvSpPr>
        <p:spPr/>
        <p:txBody>
          <a:bodyPr/>
          <a:lstStyle/>
          <a:p>
            <a:fld id="{DFDF42F8-9483-4EC1-8F60-5A000BCD5EC0}" type="datetimeFigureOut">
              <a:rPr lang="ru-RU" smtClean="0"/>
              <a:t>24.12.2020</a:t>
            </a:fld>
            <a:endParaRPr lang="ru-RU"/>
          </a:p>
        </p:txBody>
      </p:sp>
      <p:sp>
        <p:nvSpPr>
          <p:cNvPr id="17" name="Нижний колонтитул 16"/>
          <p:cNvSpPr>
            <a:spLocks noGrp="1"/>
          </p:cNvSpPr>
          <p:nvPr>
            <p:ph type="ftr" sz="quarter" idx="11"/>
          </p:nvPr>
        </p:nvSpPr>
        <p:spPr/>
        <p:txBody>
          <a:bodyPr/>
          <a:lstStyle/>
          <a:p>
            <a:endParaRPr lang="ru-RU"/>
          </a:p>
        </p:txBody>
      </p:sp>
      <p:sp>
        <p:nvSpPr>
          <p:cNvPr id="29" name="Номер слайда 28"/>
          <p:cNvSpPr>
            <a:spLocks noGrp="1"/>
          </p:cNvSpPr>
          <p:nvPr>
            <p:ph type="sldNum" sz="quarter" idx="12"/>
          </p:nvPr>
        </p:nvSpPr>
        <p:spPr/>
        <p:txBody>
          <a:bodyPr/>
          <a:lstStyle/>
          <a:p>
            <a:fld id="{4FC13B5E-6CA5-41F0-920A-2310AC97A8C3}" type="slidenum">
              <a:rPr lang="ru-RU" smtClean="0"/>
              <a:t>‹#›</a:t>
            </a:fld>
            <a:endParaRPr lang="ru-RU"/>
          </a:p>
        </p:txBody>
      </p:sp>
      <p:sp>
        <p:nvSpPr>
          <p:cNvPr id="9" name="Подзаголовок 8"/>
          <p:cNvSpPr>
            <a:spLocks noGrp="1"/>
          </p:cNvSpPr>
          <p:nvPr>
            <p:ph type="subTitle" idx="1"/>
          </p:nvPr>
        </p:nvSpPr>
        <p:spPr>
          <a:xfrm>
            <a:off x="1828800" y="3331698"/>
            <a:ext cx="85344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smtClean="0"/>
              <a:t>Образец подзаголовка</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Объект 2"/>
          <p:cNvSpPr>
            <a:spLocks noGrp="1"/>
          </p:cNvSpPr>
          <p:nvPr>
            <p:ph idx="1"/>
          </p:nvPr>
        </p:nvSpPr>
        <p:spPr/>
        <p:txBody>
          <a:body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DFDF42F8-9483-4EC1-8F60-5A000BCD5EC0}" type="datetimeFigureOut">
              <a:rPr lang="ru-RU" smtClean="0"/>
              <a:t>24.12.2020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3">
        <a:schemeClr val="bg2"/>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133600" y="609600"/>
            <a:ext cx="94488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2133600" y="2507786"/>
            <a:ext cx="94488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smtClean="0"/>
              <a:t>Образец текста</a:t>
            </a:r>
          </a:p>
        </p:txBody>
      </p:sp>
      <p:sp>
        <p:nvSpPr>
          <p:cNvPr id="4" name="Дата 3"/>
          <p:cNvSpPr>
            <a:spLocks noGrp="1"/>
          </p:cNvSpPr>
          <p:nvPr>
            <p:ph type="dt" sz="half" idx="10"/>
          </p:nvPr>
        </p:nvSpPr>
        <p:spPr/>
        <p:txBody>
          <a:bodyPr/>
          <a:lstStyle/>
          <a:p>
            <a:fld id="{DFDF42F8-9483-4EC1-8F60-5A000BCD5EC0}" type="datetimeFigureOut">
              <a:rPr lang="ru-RU" smtClean="0"/>
              <a:t>24.12.2020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a:xfrm>
            <a:off x="10566400" y="6416676"/>
            <a:ext cx="1016000" cy="365125"/>
          </a:xfrm>
        </p:spPr>
        <p:txBody>
          <a:bodyPr/>
          <a:lstStyle/>
          <a:p>
            <a:fld id="{4FC13B5E-6CA5-41F0-920A-2310AC97A8C3}" type="slidenum">
              <a:rPr lang="ru-RU" smtClean="0"/>
              <a:t>‹#›</a:t>
            </a:fld>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Объект 2"/>
          <p:cNvSpPr>
            <a:spLocks noGrp="1"/>
          </p:cNvSpPr>
          <p:nvPr>
            <p:ph sz="half" idx="1"/>
          </p:nvPr>
        </p:nvSpPr>
        <p:spPr>
          <a:xfrm>
            <a:off x="609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Объект 3"/>
          <p:cNvSpPr>
            <a:spLocks noGrp="1"/>
          </p:cNvSpPr>
          <p:nvPr>
            <p:ph sz="half" idx="2"/>
          </p:nvPr>
        </p:nvSpPr>
        <p:spPr>
          <a:xfrm>
            <a:off x="6197600" y="1600201"/>
            <a:ext cx="53848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DFDF42F8-9483-4EC1-8F60-5A000BCD5EC0}" type="datetimeFigureOut">
              <a:rPr lang="ru-RU" smtClean="0"/>
              <a:t>24.12.2020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3050"/>
            <a:ext cx="10972800" cy="1143000"/>
          </a:xfrm>
        </p:spPr>
        <p:txBody>
          <a:bodyPr anchor="ctr"/>
          <a:lstStyle>
            <a:lvl1pPr>
              <a:defRPr/>
            </a:lvl1pPr>
          </a:lstStyle>
          <a:p>
            <a:r>
              <a:rPr kumimoji="0" lang="ru-RU" smtClean="0"/>
              <a:t>Образец заголовка</a:t>
            </a:r>
            <a:endParaRPr kumimoji="0" lang="en-US"/>
          </a:p>
        </p:txBody>
      </p:sp>
      <p:sp>
        <p:nvSpPr>
          <p:cNvPr id="3" name="Текст 2"/>
          <p:cNvSpPr>
            <a:spLocks noGrp="1"/>
          </p:cNvSpPr>
          <p:nvPr>
            <p:ph type="body" idx="1"/>
          </p:nvPr>
        </p:nvSpPr>
        <p:spPr>
          <a:xfrm>
            <a:off x="609600" y="1535113"/>
            <a:ext cx="5386917"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4" name="Текст 3"/>
          <p:cNvSpPr>
            <a:spLocks noGrp="1"/>
          </p:cNvSpPr>
          <p:nvPr>
            <p:ph type="body" sz="half" idx="3"/>
          </p:nvPr>
        </p:nvSpPr>
        <p:spPr>
          <a:xfrm>
            <a:off x="6193368" y="1535113"/>
            <a:ext cx="5389033"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smtClean="0"/>
              <a:t>Образец текста</a:t>
            </a:r>
          </a:p>
        </p:txBody>
      </p:sp>
      <p:sp>
        <p:nvSpPr>
          <p:cNvPr id="5" name="Объект 4"/>
          <p:cNvSpPr>
            <a:spLocks noGrp="1"/>
          </p:cNvSpPr>
          <p:nvPr>
            <p:ph sz="quarter" idx="2"/>
          </p:nvPr>
        </p:nvSpPr>
        <p:spPr>
          <a:xfrm>
            <a:off x="609600" y="2362201"/>
            <a:ext cx="5386917"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6" name="Объект 5"/>
          <p:cNvSpPr>
            <a:spLocks noGrp="1"/>
          </p:cNvSpPr>
          <p:nvPr>
            <p:ph sz="quarter" idx="4"/>
          </p:nvPr>
        </p:nvSpPr>
        <p:spPr>
          <a:xfrm>
            <a:off x="6193368" y="2362201"/>
            <a:ext cx="5389033"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7" name="Дата 6"/>
          <p:cNvSpPr>
            <a:spLocks noGrp="1"/>
          </p:cNvSpPr>
          <p:nvPr>
            <p:ph type="dt" sz="half" idx="10"/>
          </p:nvPr>
        </p:nvSpPr>
        <p:spPr/>
        <p:txBody>
          <a:bodyPr/>
          <a:lstStyle/>
          <a:p>
            <a:fld id="{DFDF42F8-9483-4EC1-8F60-5A000BCD5EC0}" type="datetimeFigureOut">
              <a:rPr lang="ru-RU" smtClean="0"/>
              <a:t>24.12.2020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Дата 2"/>
          <p:cNvSpPr>
            <a:spLocks noGrp="1"/>
          </p:cNvSpPr>
          <p:nvPr>
            <p:ph type="dt" sz="half" idx="10"/>
          </p:nvPr>
        </p:nvSpPr>
        <p:spPr/>
        <p:txBody>
          <a:bodyPr/>
          <a:lstStyle/>
          <a:p>
            <a:fld id="{DFDF42F8-9483-4EC1-8F60-5A000BCD5EC0}" type="datetimeFigureOut">
              <a:rPr lang="ru-RU" smtClean="0"/>
              <a:t>24.12.2020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DFDF42F8-9483-4EC1-8F60-5A000BCD5EC0}" type="datetimeFigureOut">
              <a:rPr lang="ru-RU" smtClean="0"/>
              <a:t>24.12.2020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1" y="273050"/>
            <a:ext cx="4011084"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ru-RU" smtClean="0"/>
              <a:t>Образец заголовка</a:t>
            </a:r>
            <a:endParaRPr kumimoji="0" lang="en-US"/>
          </a:p>
        </p:txBody>
      </p:sp>
      <p:sp>
        <p:nvSpPr>
          <p:cNvPr id="3" name="Текст 2"/>
          <p:cNvSpPr>
            <a:spLocks noGrp="1"/>
          </p:cNvSpPr>
          <p:nvPr>
            <p:ph type="body" idx="2"/>
          </p:nvPr>
        </p:nvSpPr>
        <p:spPr>
          <a:xfrm>
            <a:off x="609601" y="1524001"/>
            <a:ext cx="4011084"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ru-RU" smtClean="0"/>
              <a:t>Образец текста</a:t>
            </a:r>
          </a:p>
        </p:txBody>
      </p:sp>
      <p:sp>
        <p:nvSpPr>
          <p:cNvPr id="4" name="Объект 3"/>
          <p:cNvSpPr>
            <a:spLocks noGrp="1"/>
          </p:cNvSpPr>
          <p:nvPr>
            <p:ph sz="half" idx="1"/>
          </p:nvPr>
        </p:nvSpPr>
        <p:spPr>
          <a:xfrm>
            <a:off x="4766733" y="273051"/>
            <a:ext cx="6815667"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5" name="Дата 4"/>
          <p:cNvSpPr>
            <a:spLocks noGrp="1"/>
          </p:cNvSpPr>
          <p:nvPr>
            <p:ph type="dt" sz="half" idx="10"/>
          </p:nvPr>
        </p:nvSpPr>
        <p:spPr/>
        <p:txBody>
          <a:bodyPr/>
          <a:lstStyle/>
          <a:p>
            <a:fld id="{DFDF42F8-9483-4EC1-8F60-5A000BCD5EC0}" type="datetimeFigureOut">
              <a:rPr lang="ru-RU" smtClean="0"/>
              <a:t>24.12.2020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38400" y="609600"/>
            <a:ext cx="7315200" cy="522288"/>
          </a:xfrm>
        </p:spPr>
        <p:txBody>
          <a:bodyPr lIns="45720" rIns="45720" bIns="0" anchor="b">
            <a:sp3d prstMaterial="softEdge"/>
          </a:bodyPr>
          <a:lstStyle>
            <a:lvl1pPr algn="ctr">
              <a:buNone/>
              <a:defRPr sz="2000" b="1"/>
            </a:lvl1pPr>
          </a:lstStyle>
          <a:p>
            <a:r>
              <a:rPr kumimoji="0" lang="ru-RU" smtClean="0"/>
              <a:t>Образец заголовка</a:t>
            </a:r>
            <a:endParaRPr kumimoji="0" lang="en-US"/>
          </a:p>
        </p:txBody>
      </p:sp>
      <p:sp>
        <p:nvSpPr>
          <p:cNvPr id="3" name="Рисунок 2"/>
          <p:cNvSpPr>
            <a:spLocks noGrp="1"/>
          </p:cNvSpPr>
          <p:nvPr>
            <p:ph type="pic" idx="1"/>
          </p:nvPr>
        </p:nvSpPr>
        <p:spPr>
          <a:xfrm>
            <a:off x="2438400" y="1831975"/>
            <a:ext cx="73152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ru-RU" smtClean="0">
                <a:solidFill>
                  <a:schemeClr val="lt1"/>
                </a:solidFill>
                <a:latin typeface="+mn-lt"/>
                <a:ea typeface="+mn-ea"/>
                <a:cs typeface="+mn-cs"/>
              </a:rPr>
              <a:t>Вставка рисунка</a:t>
            </a:r>
            <a:endParaRPr kumimoji="0" lang="en-US" dirty="0">
              <a:solidFill>
                <a:schemeClr val="lt1"/>
              </a:solidFill>
              <a:latin typeface="+mn-lt"/>
              <a:ea typeface="+mn-ea"/>
              <a:cs typeface="+mn-cs"/>
            </a:endParaRPr>
          </a:p>
        </p:txBody>
      </p:sp>
      <p:sp>
        <p:nvSpPr>
          <p:cNvPr id="4" name="Текст 3"/>
          <p:cNvSpPr>
            <a:spLocks noGrp="1"/>
          </p:cNvSpPr>
          <p:nvPr>
            <p:ph type="body" sz="half" idx="2"/>
          </p:nvPr>
        </p:nvSpPr>
        <p:spPr>
          <a:xfrm>
            <a:off x="2438400" y="1166787"/>
            <a:ext cx="73152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ru-RU" smtClean="0"/>
              <a:t>Образец текста</a:t>
            </a:r>
          </a:p>
        </p:txBody>
      </p:sp>
      <p:sp>
        <p:nvSpPr>
          <p:cNvPr id="5" name="Дата 4"/>
          <p:cNvSpPr>
            <a:spLocks noGrp="1"/>
          </p:cNvSpPr>
          <p:nvPr>
            <p:ph type="dt" sz="half" idx="10"/>
          </p:nvPr>
        </p:nvSpPr>
        <p:spPr/>
        <p:txBody>
          <a:bodyPr/>
          <a:lstStyle/>
          <a:p>
            <a:fld id="{DFDF42F8-9483-4EC1-8F60-5A000BCD5EC0}" type="datetimeFigureOut">
              <a:rPr lang="ru-RU" smtClean="0"/>
              <a:t>24.12.2020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DFDF42F8-9483-4EC1-8F60-5A000BCD5EC0}" type="datetimeFigureOut">
              <a:rPr lang="ru-RU" smtClean="0"/>
              <a:t>24.12.2020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39"/>
            <a:ext cx="2743200" cy="5851525"/>
          </a:xfrm>
        </p:spPr>
        <p:txBody>
          <a:bodyPr vert="eaVert"/>
          <a:lstStyle/>
          <a:p>
            <a:r>
              <a:rPr kumimoji="0" lang="ru-RU" smtClean="0"/>
              <a:t>Образец заголовка</a:t>
            </a:r>
            <a:endParaRPr kumimoji="0" lang="en-US"/>
          </a:p>
        </p:txBody>
      </p:sp>
      <p:sp>
        <p:nvSpPr>
          <p:cNvPr id="3" name="Вертикальный текст 2"/>
          <p:cNvSpPr>
            <a:spLocks noGrp="1"/>
          </p:cNvSpPr>
          <p:nvPr>
            <p:ph type="body" orient="vert" idx="1"/>
          </p:nvPr>
        </p:nvSpPr>
        <p:spPr>
          <a:xfrm>
            <a:off x="609600" y="274639"/>
            <a:ext cx="8026400" cy="5851525"/>
          </a:xfrm>
        </p:spPr>
        <p:txBody>
          <a:bodyPr vert="eaVert"/>
          <a:lstStyle/>
          <a:p>
            <a:pPr lvl="0" eaLnBrk="1" latinLnBrk="0" hangingPunct="1"/>
            <a:r>
              <a:rPr lang="ru-RU" smtClean="0"/>
              <a:t>Образец текста</a:t>
            </a:r>
          </a:p>
          <a:p>
            <a:pPr lvl="1" eaLnBrk="1" latinLnBrk="0" hangingPunct="1"/>
            <a:r>
              <a:rPr lang="ru-RU" smtClean="0"/>
              <a:t>Второй уровень</a:t>
            </a:r>
          </a:p>
          <a:p>
            <a:pPr lvl="2" eaLnBrk="1" latinLnBrk="0" hangingPunct="1"/>
            <a:r>
              <a:rPr lang="ru-RU" smtClean="0"/>
              <a:t>Третий уровень</a:t>
            </a:r>
          </a:p>
          <a:p>
            <a:pPr lvl="3" eaLnBrk="1" latinLnBrk="0" hangingPunct="1"/>
            <a:r>
              <a:rPr lang="ru-RU" smtClean="0"/>
              <a:t>Четвертый уровень</a:t>
            </a:r>
          </a:p>
          <a:p>
            <a:pPr lvl="4" eaLnBrk="1" latinLnBrk="0" hangingPunct="1"/>
            <a:r>
              <a:rPr lang="ru-RU" smtClean="0"/>
              <a:t>Пятый уровень</a:t>
            </a:r>
            <a:endParaRPr kumimoji="0" lang="en-US"/>
          </a:p>
        </p:txBody>
      </p:sp>
      <p:sp>
        <p:nvSpPr>
          <p:cNvPr id="4" name="Дата 3"/>
          <p:cNvSpPr>
            <a:spLocks noGrp="1"/>
          </p:cNvSpPr>
          <p:nvPr>
            <p:ph type="dt" sz="half" idx="10"/>
          </p:nvPr>
        </p:nvSpPr>
        <p:spPr/>
        <p:txBody>
          <a:bodyPr/>
          <a:lstStyle/>
          <a:p>
            <a:fld id="{DFDF42F8-9483-4EC1-8F60-5A000BCD5EC0}" type="datetimeFigureOut">
              <a:rPr lang="ru-RU" smtClean="0"/>
              <a:t>24.12.2020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FC13B5E-6CA5-41F0-920A-2310AC97A8C3}"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Заголовок 21"/>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ru-RU" smtClean="0"/>
              <a:t>Образец заголовка</a:t>
            </a:r>
            <a:endParaRPr kumimoji="0" lang="en-US"/>
          </a:p>
        </p:txBody>
      </p:sp>
      <p:sp>
        <p:nvSpPr>
          <p:cNvPr id="13" name="Текст 12"/>
          <p:cNvSpPr>
            <a:spLocks noGrp="1"/>
          </p:cNvSpPr>
          <p:nvPr>
            <p:ph type="body" idx="1"/>
          </p:nvPr>
        </p:nvSpPr>
        <p:spPr>
          <a:xfrm>
            <a:off x="609600" y="1600200"/>
            <a:ext cx="10972800" cy="4709160"/>
          </a:xfrm>
          <a:prstGeom prst="rect">
            <a:avLst/>
          </a:prstGeom>
        </p:spPr>
        <p:txBody>
          <a:bodyPr vert="horz">
            <a:normAutofit/>
          </a:bodyPr>
          <a:lstStyle/>
          <a:p>
            <a:pPr lvl="0" eaLnBrk="1" latinLnBrk="0" hangingPunct="1"/>
            <a:r>
              <a:rPr kumimoji="0" lang="ru-RU" smtClean="0"/>
              <a:t>Образец текста</a:t>
            </a:r>
          </a:p>
          <a:p>
            <a:pPr lvl="1" eaLnBrk="1" latinLnBrk="0" hangingPunct="1"/>
            <a:r>
              <a:rPr kumimoji="0" lang="ru-RU" smtClean="0"/>
              <a:t>Второй уровень</a:t>
            </a:r>
          </a:p>
          <a:p>
            <a:pPr lvl="2" eaLnBrk="1" latinLnBrk="0" hangingPunct="1"/>
            <a:r>
              <a:rPr kumimoji="0" lang="ru-RU" smtClean="0"/>
              <a:t>Третий уровень</a:t>
            </a:r>
          </a:p>
          <a:p>
            <a:pPr lvl="3" eaLnBrk="1" latinLnBrk="0" hangingPunct="1"/>
            <a:r>
              <a:rPr kumimoji="0" lang="ru-RU" smtClean="0"/>
              <a:t>Четвертый уровень</a:t>
            </a:r>
          </a:p>
          <a:p>
            <a:pPr lvl="4" eaLnBrk="1" latinLnBrk="0" hangingPunct="1"/>
            <a:r>
              <a:rPr kumimoji="0" lang="ru-RU" smtClean="0"/>
              <a:t>Пятый уровень</a:t>
            </a:r>
            <a:endParaRPr kumimoji="0" lang="en-US"/>
          </a:p>
        </p:txBody>
      </p:sp>
      <p:sp>
        <p:nvSpPr>
          <p:cNvPr id="14" name="Дата 13"/>
          <p:cNvSpPr>
            <a:spLocks noGrp="1"/>
          </p:cNvSpPr>
          <p:nvPr>
            <p:ph type="dt" sz="half" idx="2"/>
          </p:nvPr>
        </p:nvSpPr>
        <p:spPr>
          <a:xfrm>
            <a:off x="609600" y="6416676"/>
            <a:ext cx="28448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DFDF42F8-9483-4EC1-8F60-5A000BCD5EC0}" type="datetimeFigureOut">
              <a:rPr lang="ru-RU" smtClean="0"/>
              <a:t>24.12.2020</a:t>
            </a:fld>
            <a:endParaRPr lang="ru-RU"/>
          </a:p>
        </p:txBody>
      </p:sp>
      <p:sp>
        <p:nvSpPr>
          <p:cNvPr id="3" name="Нижний колонтитул 2"/>
          <p:cNvSpPr>
            <a:spLocks noGrp="1"/>
          </p:cNvSpPr>
          <p:nvPr>
            <p:ph type="ftr" sz="quarter" idx="3"/>
          </p:nvPr>
        </p:nvSpPr>
        <p:spPr>
          <a:xfrm>
            <a:off x="4165600" y="6416676"/>
            <a:ext cx="38608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ru-RU"/>
          </a:p>
        </p:txBody>
      </p:sp>
      <p:sp>
        <p:nvSpPr>
          <p:cNvPr id="23" name="Номер слайда 22"/>
          <p:cNvSpPr>
            <a:spLocks noGrp="1"/>
          </p:cNvSpPr>
          <p:nvPr>
            <p:ph type="sldNum" sz="quarter" idx="4"/>
          </p:nvPr>
        </p:nvSpPr>
        <p:spPr>
          <a:xfrm>
            <a:off x="10566400" y="6416676"/>
            <a:ext cx="1016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FC13B5E-6CA5-41F0-920A-2310AC97A8C3}" type="slidenum">
              <a:rPr lang="ru-RU" smtClean="0"/>
              <a:t>‹#›</a:t>
            </a:fld>
            <a:endParaRPr lang="ru-RU"/>
          </a:p>
        </p:txBody>
      </p:sp>
    </p:spTree>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err="1" smtClean="0"/>
              <a:t>WELCOME.IITU.kZ</a:t>
            </a:r>
            <a:r>
              <a:rPr lang="en-US" dirty="0" smtClean="0"/>
              <a:t/>
            </a:r>
            <a:br>
              <a:rPr lang="en-US" dirty="0" smtClean="0"/>
            </a:br>
            <a:endParaRPr lang="ru-RU" dirty="0"/>
          </a:p>
        </p:txBody>
      </p:sp>
      <p:sp>
        <p:nvSpPr>
          <p:cNvPr id="3" name="Подзаголовок 2"/>
          <p:cNvSpPr>
            <a:spLocks noGrp="1"/>
          </p:cNvSpPr>
          <p:nvPr>
            <p:ph type="subTitle" idx="1"/>
          </p:nvPr>
        </p:nvSpPr>
        <p:spPr>
          <a:xfrm>
            <a:off x="4114800" y="4899240"/>
            <a:ext cx="8534400" cy="1752600"/>
          </a:xfrm>
        </p:spPr>
        <p:txBody>
          <a:bodyPr/>
          <a:lstStyle/>
          <a:p>
            <a:r>
              <a:rPr lang="en-US" dirty="0"/>
              <a:t>prepared by: </a:t>
            </a:r>
            <a:r>
              <a:rPr lang="en-US" dirty="0" err="1" smtClean="0"/>
              <a:t>Olzhabayev</a:t>
            </a:r>
            <a:r>
              <a:rPr lang="en-US" dirty="0" smtClean="0"/>
              <a:t> </a:t>
            </a:r>
            <a:r>
              <a:rPr lang="en-US" dirty="0" err="1" smtClean="0"/>
              <a:t>Bauyrzhan</a:t>
            </a:r>
            <a:endParaRPr lang="en-US" dirty="0" smtClean="0"/>
          </a:p>
          <a:p>
            <a:r>
              <a:rPr lang="en-US" dirty="0" smtClean="0"/>
              <a:t>		   </a:t>
            </a:r>
            <a:r>
              <a:rPr lang="en-US" dirty="0" err="1" smtClean="0"/>
              <a:t>Ermagambet</a:t>
            </a:r>
            <a:r>
              <a:rPr lang="en-US" dirty="0" smtClean="0"/>
              <a:t> </a:t>
            </a:r>
            <a:r>
              <a:rPr lang="en-US" dirty="0" err="1" smtClean="0"/>
              <a:t>Magzhan</a:t>
            </a:r>
            <a:endParaRPr lang="ru-RU" dirty="0"/>
          </a:p>
        </p:txBody>
      </p:sp>
    </p:spTree>
    <p:extLst>
      <p:ext uri="{BB962C8B-B14F-4D97-AF65-F5344CB8AC3E}">
        <p14:creationId xmlns:p14="http://schemas.microsoft.com/office/powerpoint/2010/main" val="4155398416"/>
      </p:ext>
    </p:extLst>
  </p:cSld>
  <p:clrMapOvr>
    <a:masterClrMapping/>
  </p:clrMapOvr>
  <p:transition spd="slow" advTm="2000">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4954" y="781162"/>
            <a:ext cx="8825659" cy="1192017"/>
          </a:xfrm>
        </p:spPr>
        <p:txBody>
          <a:bodyPr>
            <a:noAutofit/>
          </a:bodyPr>
          <a:lstStyle/>
          <a:p>
            <a:r>
              <a:rPr lang="en-US" dirty="0"/>
              <a:t>Project description </a:t>
            </a:r>
            <a:endParaRPr lang="ru-RU" dirty="0"/>
          </a:p>
        </p:txBody>
      </p:sp>
      <p:sp>
        <p:nvSpPr>
          <p:cNvPr id="3" name="Объект 2"/>
          <p:cNvSpPr>
            <a:spLocks noGrp="1"/>
          </p:cNvSpPr>
          <p:nvPr>
            <p:ph idx="1"/>
          </p:nvPr>
        </p:nvSpPr>
        <p:spPr/>
        <p:txBody>
          <a:bodyPr>
            <a:normAutofit/>
          </a:bodyPr>
          <a:lstStyle/>
          <a:p>
            <a:r>
              <a:rPr lang="en-US" sz="4000" dirty="0">
                <a:latin typeface="Arial Rounded MT Bold" panose="020F0704030504030204" pitchFamily="34" charset="0"/>
              </a:rPr>
              <a:t>In this project we have created a </a:t>
            </a:r>
            <a:r>
              <a:rPr lang="en-US" sz="4000" dirty="0" smtClean="0">
                <a:latin typeface="Arial Rounded MT Bold" panose="020F0704030504030204" pitchFamily="34" charset="0"/>
              </a:rPr>
              <a:t>site welcom.iitu.kz </a:t>
            </a:r>
            <a:r>
              <a:rPr lang="en-US" sz="4000" dirty="0">
                <a:latin typeface="Arial Rounded MT Bold" panose="020F0704030504030204" pitchFamily="34" charset="0"/>
              </a:rPr>
              <a:t>using: HTML5, CSS3 and JavaScript, Bootstrap.</a:t>
            </a:r>
            <a:endParaRPr lang="ru-RU" sz="4000" dirty="0"/>
          </a:p>
        </p:txBody>
      </p:sp>
    </p:spTree>
    <p:extLst>
      <p:ext uri="{BB962C8B-B14F-4D97-AF65-F5344CB8AC3E}">
        <p14:creationId xmlns:p14="http://schemas.microsoft.com/office/powerpoint/2010/main" val="23848493"/>
      </p:ext>
    </p:extLst>
  </p:cSld>
  <p:clrMapOvr>
    <a:masterClrMapping/>
  </p:clrMapOvr>
  <mc:AlternateContent xmlns:mc="http://schemas.openxmlformats.org/markup-compatibility/2006" xmlns:p14="http://schemas.microsoft.com/office/powerpoint/2010/main">
    <mc:Choice Requires="p14">
      <p:transition spd="slow" p14:dur="3000" advTm="3000">
        <p14:shred pattern="rectangle"/>
      </p:transition>
    </mc:Choice>
    <mc:Fallback xmlns="">
      <p:transition spd="slow" advTm="3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 Project relevance</a:t>
            </a:r>
            <a:endParaRPr lang="ru-RU" dirty="0"/>
          </a:p>
        </p:txBody>
      </p:sp>
      <p:sp>
        <p:nvSpPr>
          <p:cNvPr id="3" name="Объект 2"/>
          <p:cNvSpPr>
            <a:spLocks noGrp="1"/>
          </p:cNvSpPr>
          <p:nvPr>
            <p:ph idx="1"/>
          </p:nvPr>
        </p:nvSpPr>
        <p:spPr/>
        <p:txBody>
          <a:bodyPr>
            <a:noAutofit/>
          </a:bodyPr>
          <a:lstStyle/>
          <a:p>
            <a:r>
              <a:rPr lang="en-US" sz="3600" dirty="0">
                <a:latin typeface="Arial Rounded MT Bold" panose="020F0704030504030204" pitchFamily="34" charset="0"/>
              </a:rPr>
              <a:t>The relevance of the project lies in the fact that it is available to everyone. Easy accessibility and practicality. Reliability of information and other various properties</a:t>
            </a:r>
            <a:endParaRPr lang="ru-RU" sz="3600" dirty="0"/>
          </a:p>
        </p:txBody>
      </p:sp>
    </p:spTree>
    <p:extLst>
      <p:ext uri="{BB962C8B-B14F-4D97-AF65-F5344CB8AC3E}">
        <p14:creationId xmlns:p14="http://schemas.microsoft.com/office/powerpoint/2010/main" val="2438393383"/>
      </p:ext>
    </p:extLst>
  </p:cSld>
  <p:clrMapOvr>
    <a:masterClrMapping/>
  </p:clrMapOvr>
  <mc:AlternateContent xmlns:mc="http://schemas.openxmlformats.org/markup-compatibility/2006" xmlns:p14="http://schemas.microsoft.com/office/powerpoint/2010/main">
    <mc:Choice Requires="p14">
      <p:transition spd="slow" p14:dur="1400" advTm="4000">
        <p14:doors dir="vert"/>
      </p:transition>
    </mc:Choice>
    <mc:Fallback xmlns="">
      <p:transition spd="slow" advTm="4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Responsibility of team members</a:t>
            </a:r>
            <a:endParaRPr lang="ru-RU" dirty="0"/>
          </a:p>
        </p:txBody>
      </p:sp>
      <p:sp>
        <p:nvSpPr>
          <p:cNvPr id="3" name="Объект 2"/>
          <p:cNvSpPr>
            <a:spLocks noGrp="1"/>
          </p:cNvSpPr>
          <p:nvPr>
            <p:ph idx="1"/>
          </p:nvPr>
        </p:nvSpPr>
        <p:spPr/>
        <p:txBody>
          <a:bodyPr>
            <a:normAutofit/>
          </a:bodyPr>
          <a:lstStyle/>
          <a:p>
            <a:r>
              <a:rPr lang="en-US" sz="2800" dirty="0">
                <a:latin typeface="Arial Rounded MT Bold" panose="020F0704030504030204" pitchFamily="34" charset="0"/>
              </a:rPr>
              <a:t>Responsible for the frontend: </a:t>
            </a:r>
            <a:r>
              <a:rPr lang="en-US" dirty="0" err="1"/>
              <a:t>Olzhabayev</a:t>
            </a:r>
            <a:r>
              <a:rPr lang="en-US" dirty="0"/>
              <a:t> </a:t>
            </a:r>
            <a:r>
              <a:rPr lang="en-US" dirty="0" err="1" smtClean="0"/>
              <a:t>Bauyrzhan</a:t>
            </a:r>
            <a:r>
              <a:rPr lang="ru-RU" dirty="0" smtClean="0"/>
              <a:t> 							 </a:t>
            </a:r>
            <a:r>
              <a:rPr lang="en-US" dirty="0" err="1" smtClean="0"/>
              <a:t>Ermagambet</a:t>
            </a:r>
            <a:r>
              <a:rPr lang="en-US" dirty="0" smtClean="0"/>
              <a:t> </a:t>
            </a:r>
            <a:r>
              <a:rPr lang="en-US" dirty="0" err="1" smtClean="0"/>
              <a:t>Magzhan</a:t>
            </a:r>
            <a:endParaRPr lang="ru-RU" dirty="0" smtClean="0"/>
          </a:p>
          <a:p>
            <a:pPr marL="137160" indent="0">
              <a:buNone/>
            </a:pPr>
            <a:endParaRPr lang="ru-RU" dirty="0"/>
          </a:p>
          <a:p>
            <a:r>
              <a:rPr lang="en-US" sz="2800" dirty="0" smtClean="0">
                <a:latin typeface="Arial Rounded MT Bold" panose="020F0704030504030204" pitchFamily="34" charset="0"/>
              </a:rPr>
              <a:t>Responsible </a:t>
            </a:r>
            <a:r>
              <a:rPr lang="en-US" sz="2800" dirty="0">
                <a:latin typeface="Arial Rounded MT Bold" panose="020F0704030504030204" pitchFamily="34" charset="0"/>
              </a:rPr>
              <a:t>for the </a:t>
            </a:r>
            <a:r>
              <a:rPr lang="en-US" sz="2800" dirty="0" smtClean="0">
                <a:latin typeface="Arial Rounded MT Bold" panose="020F0704030504030204" pitchFamily="34" charset="0"/>
              </a:rPr>
              <a:t>backend:</a:t>
            </a:r>
            <a:r>
              <a:rPr lang="ru-RU" sz="2800" dirty="0" smtClean="0">
                <a:latin typeface="Arial Rounded MT Bold" panose="020F0704030504030204" pitchFamily="34" charset="0"/>
              </a:rPr>
              <a:t> </a:t>
            </a:r>
            <a:r>
              <a:rPr lang="en-US" dirty="0" err="1" smtClean="0"/>
              <a:t>Ermagambet</a:t>
            </a:r>
            <a:r>
              <a:rPr lang="en-US" dirty="0" smtClean="0"/>
              <a:t> </a:t>
            </a:r>
            <a:r>
              <a:rPr lang="en-US" dirty="0" err="1" smtClean="0"/>
              <a:t>Magzhan</a:t>
            </a:r>
            <a:r>
              <a:rPr lang="ru-RU" dirty="0" smtClean="0"/>
              <a:t> 							 </a:t>
            </a:r>
            <a:r>
              <a:rPr lang="en-US" dirty="0" err="1" smtClean="0"/>
              <a:t>Olzhabayev</a:t>
            </a:r>
            <a:r>
              <a:rPr lang="en-US" dirty="0" smtClean="0"/>
              <a:t> </a:t>
            </a:r>
            <a:r>
              <a:rPr lang="en-US" dirty="0" err="1"/>
              <a:t>Bauyrzhan</a:t>
            </a:r>
            <a:endParaRPr lang="ru-RU" dirty="0"/>
          </a:p>
        </p:txBody>
      </p:sp>
    </p:spTree>
    <p:extLst>
      <p:ext uri="{BB962C8B-B14F-4D97-AF65-F5344CB8AC3E}">
        <p14:creationId xmlns:p14="http://schemas.microsoft.com/office/powerpoint/2010/main" val="3222682626"/>
      </p:ext>
    </p:extLst>
  </p:cSld>
  <p:clrMapOvr>
    <a:masterClrMapping/>
  </p:clrMapOvr>
  <mc:AlternateContent xmlns:mc="http://schemas.openxmlformats.org/markup-compatibility/2006" xmlns:p14="http://schemas.microsoft.com/office/powerpoint/2010/main">
    <mc:Choice Requires="p14">
      <p:transition spd="slow" p14:dur="4000" advTm="2000">
        <p14:vortex dir="r"/>
      </p:transition>
    </mc:Choice>
    <mc:Fallback xmlns="">
      <p:transition spd="slow" advTm="200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Project Features</a:t>
            </a:r>
            <a:endParaRPr lang="ru-RU" dirty="0"/>
          </a:p>
        </p:txBody>
      </p:sp>
      <p:sp>
        <p:nvSpPr>
          <p:cNvPr id="3" name="Объект 2"/>
          <p:cNvSpPr>
            <a:spLocks noGrp="1"/>
          </p:cNvSpPr>
          <p:nvPr>
            <p:ph idx="1"/>
          </p:nvPr>
        </p:nvSpPr>
        <p:spPr/>
        <p:txBody>
          <a:bodyPr>
            <a:normAutofit/>
          </a:bodyPr>
          <a:lstStyle/>
          <a:p>
            <a:r>
              <a:rPr lang="en-US" dirty="0">
                <a:latin typeface="Arial Rounded MT Bold" panose="020F0704030504030204" pitchFamily="34" charset="0"/>
              </a:rPr>
              <a:t>The </a:t>
            </a:r>
            <a:r>
              <a:rPr lang="en-US" dirty="0" smtClean="0">
                <a:latin typeface="Arial Rounded MT Bold" panose="020F0704030504030204" pitchFamily="34" charset="0"/>
              </a:rPr>
              <a:t>site is </a:t>
            </a:r>
            <a:r>
              <a:rPr lang="en-US" dirty="0">
                <a:latin typeface="Arial Rounded MT Bold" panose="020F0704030504030204" pitchFamily="34" charset="0"/>
              </a:rPr>
              <a:t>easily accessible for all categories of people, very easy to use. The user can find reliable and useful information that he needs to enter our university. Also, users can send messages and wishes to administrators and take distance and online </a:t>
            </a:r>
            <a:r>
              <a:rPr lang="en-US" dirty="0" smtClean="0">
                <a:latin typeface="Arial Rounded MT Bold" panose="020F0704030504030204" pitchFamily="34" charset="0"/>
              </a:rPr>
              <a:t>training</a:t>
            </a:r>
            <a:r>
              <a:rPr lang="ru-RU" dirty="0" smtClean="0">
                <a:latin typeface="Arial Rounded MT Bold" panose="020F0704030504030204" pitchFamily="34" charset="0"/>
              </a:rPr>
              <a:t>.</a:t>
            </a:r>
            <a:r>
              <a:rPr lang="en-US" dirty="0">
                <a:latin typeface="Arial Rounded MT Bold" panose="020F0704030504030204" pitchFamily="34" charset="0"/>
              </a:rPr>
              <a:t> You will learn the rest of the interesting points and subtleties of the site during our defense</a:t>
            </a:r>
            <a:endParaRPr lang="ru-RU" sz="2800" dirty="0"/>
          </a:p>
        </p:txBody>
      </p:sp>
    </p:spTree>
    <p:extLst>
      <p:ext uri="{BB962C8B-B14F-4D97-AF65-F5344CB8AC3E}">
        <p14:creationId xmlns:p14="http://schemas.microsoft.com/office/powerpoint/2010/main" val="578918586"/>
      </p:ext>
    </p:extLst>
  </p:cSld>
  <p:clrMapOvr>
    <a:masterClrMapping/>
  </p:clrMapOvr>
  <mc:AlternateContent xmlns:mc="http://schemas.openxmlformats.org/markup-compatibility/2006" xmlns:p14="http://schemas.microsoft.com/office/powerpoint/2010/main">
    <mc:Choice Requires="p14">
      <p:transition spd="slow" p14:dur="3900" advTm="6000">
        <p14:glitter pattern="hexagon"/>
      </p:transition>
    </mc:Choice>
    <mc:Fallback xmlns="">
      <p:transition spd="slow" advTm="600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r>
              <a:rPr lang="en-US" sz="5400" dirty="0">
                <a:latin typeface="Arial Rounded MT Bold" panose="020F0704030504030204" pitchFamily="34" charset="0"/>
              </a:rPr>
              <a:t>Thank you for attention!</a:t>
            </a:r>
            <a:endParaRPr lang="ru-RU" sz="5400" dirty="0"/>
          </a:p>
        </p:txBody>
      </p:sp>
    </p:spTree>
    <p:extLst>
      <p:ext uri="{BB962C8B-B14F-4D97-AF65-F5344CB8AC3E}">
        <p14:creationId xmlns:p14="http://schemas.microsoft.com/office/powerpoint/2010/main" val="2128036127"/>
      </p:ext>
    </p:extLst>
  </p:cSld>
  <p:clrMapOvr>
    <a:masterClrMapping/>
  </p:clrMapOvr>
  <p:transition spd="slow" advTm="2000">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Апекс">
  <a:themeElements>
    <a:clrScheme name="Апекс">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Апекс">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Апекс">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53</TotalTime>
  <Words>142</Words>
  <Application>Microsoft Office PowerPoint</Application>
  <PresentationFormat>Произвольный</PresentationFormat>
  <Paragraphs>14</Paragraphs>
  <Slides>6</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6</vt:i4>
      </vt:variant>
    </vt:vector>
  </HeadingPairs>
  <TitlesOfParts>
    <vt:vector size="7" baseType="lpstr">
      <vt:lpstr>Апекс</vt:lpstr>
      <vt:lpstr>WELCOME.IITU.kZ </vt:lpstr>
      <vt:lpstr>Project description </vt:lpstr>
      <vt:lpstr> Project relevance</vt:lpstr>
      <vt:lpstr>Responsibility of team members</vt:lpstr>
      <vt:lpstr>Project Features</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BookStore</dc:title>
  <dc:creator>Бауыржан Толетаев</dc:creator>
  <cp:lastModifiedBy>Пользователь Windows</cp:lastModifiedBy>
  <cp:revision>9</cp:revision>
  <dcterms:created xsi:type="dcterms:W3CDTF">2020-10-19T06:17:12Z</dcterms:created>
  <dcterms:modified xsi:type="dcterms:W3CDTF">2020-12-24T05:52:42Z</dcterms:modified>
</cp:coreProperties>
</file>